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4"/>
  </p:notesMasterIdLst>
  <p:handoutMasterIdLst>
    <p:handoutMasterId r:id="rId5"/>
  </p:handoutMasterIdLst>
  <p:sldIdLst>
    <p:sldId id="316" r:id="rId2"/>
    <p:sldId id="321" r:id="rId3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A5CE67-3B3E-4142-9145-85884DB6EEBF}">
          <p14:sldIdLst>
            <p14:sldId id="316"/>
            <p14:sldId id="3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65"/>
    <a:srgbClr val="8EBAE5"/>
    <a:srgbClr val="FFFFFF"/>
    <a:srgbClr val="F19EB1"/>
    <a:srgbClr val="FAA4B7"/>
    <a:srgbClr val="92BEEA"/>
    <a:srgbClr val="D9D9D9"/>
    <a:srgbClr val="000000"/>
    <a:srgbClr val="92D050"/>
    <a:srgbClr val="FBC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5940E6-C70C-40F7-91BD-9A7A76894ED8}" v="12" dt="2026-08-11T06:43:27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3" y="2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Kowalski" userId="42cdb84b09bf766d" providerId="LiveId" clId="{B7FAF509-0AD0-41ED-B1E6-97E8952BD16C}"/>
    <pc:docChg chg="undo custSel modSld">
      <pc:chgData name="Julia Kowalski" userId="42cdb84b09bf766d" providerId="LiveId" clId="{B7FAF509-0AD0-41ED-B1E6-97E8952BD16C}" dt="2026-08-11T06:43:27.398" v="82" actId="164"/>
      <pc:docMkLst>
        <pc:docMk/>
      </pc:docMkLst>
      <pc:sldChg chg="addSp delSp modSp mod">
        <pc:chgData name="Julia Kowalski" userId="42cdb84b09bf766d" providerId="LiveId" clId="{B7FAF509-0AD0-41ED-B1E6-97E8952BD16C}" dt="2026-08-11T06:43:27.398" v="82" actId="164"/>
        <pc:sldMkLst>
          <pc:docMk/>
          <pc:sldMk cId="1925171163" sldId="321"/>
        </pc:sldMkLst>
        <pc:spChg chg="mod">
          <ac:chgData name="Julia Kowalski" userId="42cdb84b09bf766d" providerId="LiveId" clId="{B7FAF509-0AD0-41ED-B1E6-97E8952BD16C}" dt="2026-08-11T06:43:15.559" v="81" actId="1076"/>
          <ac:spMkLst>
            <pc:docMk/>
            <pc:sldMk cId="1925171163" sldId="321"/>
            <ac:spMk id="3" creationId="{2DAC47A3-18C0-891D-B1D7-F3E75856A3E9}"/>
          </ac:spMkLst>
        </pc:spChg>
        <pc:spChg chg="add mod">
          <ac:chgData name="Julia Kowalski" userId="42cdb84b09bf766d" providerId="LiveId" clId="{B7FAF509-0AD0-41ED-B1E6-97E8952BD16C}" dt="2026-08-11T06:34:21.563" v="14" actId="1076"/>
          <ac:spMkLst>
            <pc:docMk/>
            <pc:sldMk cId="1925171163" sldId="321"/>
            <ac:spMk id="4" creationId="{0FC3173C-D62C-F229-AD32-83D0B9D13939}"/>
          </ac:spMkLst>
        </pc:spChg>
        <pc:spChg chg="del mod">
          <ac:chgData name="Julia Kowalski" userId="42cdb84b09bf766d" providerId="LiveId" clId="{B7FAF509-0AD0-41ED-B1E6-97E8952BD16C}" dt="2026-08-11T06:36:51.599" v="21" actId="478"/>
          <ac:spMkLst>
            <pc:docMk/>
            <pc:sldMk cId="1925171163" sldId="321"/>
            <ac:spMk id="5" creationId="{DFBAD043-C302-EA3E-8A61-3635B3029D00}"/>
          </ac:spMkLst>
        </pc:spChg>
        <pc:spChg chg="del mod">
          <ac:chgData name="Julia Kowalski" userId="42cdb84b09bf766d" providerId="LiveId" clId="{B7FAF509-0AD0-41ED-B1E6-97E8952BD16C}" dt="2026-08-11T06:36:51.599" v="21" actId="478"/>
          <ac:spMkLst>
            <pc:docMk/>
            <pc:sldMk cId="1925171163" sldId="321"/>
            <ac:spMk id="9" creationId="{40EFDFE5-D822-8C47-AFB0-F287FCED17DB}"/>
          </ac:spMkLst>
        </pc:spChg>
        <pc:spChg chg="add mod">
          <ac:chgData name="Julia Kowalski" userId="42cdb84b09bf766d" providerId="LiveId" clId="{B7FAF509-0AD0-41ED-B1E6-97E8952BD16C}" dt="2026-08-11T06:43:27.398" v="82" actId="164"/>
          <ac:spMkLst>
            <pc:docMk/>
            <pc:sldMk cId="1925171163" sldId="321"/>
            <ac:spMk id="13" creationId="{BD6D6EE8-3EB6-0DDA-ACF3-18B308A77353}"/>
          </ac:spMkLst>
        </pc:spChg>
        <pc:spChg chg="add mod">
          <ac:chgData name="Julia Kowalski" userId="42cdb84b09bf766d" providerId="LiveId" clId="{B7FAF509-0AD0-41ED-B1E6-97E8952BD16C}" dt="2026-08-11T06:43:27.398" v="82" actId="164"/>
          <ac:spMkLst>
            <pc:docMk/>
            <pc:sldMk cId="1925171163" sldId="321"/>
            <ac:spMk id="16" creationId="{AABC89F2-BF92-C6CE-F284-FEB0D194D7FB}"/>
          </ac:spMkLst>
        </pc:spChg>
        <pc:spChg chg="del mod topLvl">
          <ac:chgData name="Julia Kowalski" userId="42cdb84b09bf766d" providerId="LiveId" clId="{B7FAF509-0AD0-41ED-B1E6-97E8952BD16C}" dt="2026-08-11T06:36:51.599" v="21" actId="478"/>
          <ac:spMkLst>
            <pc:docMk/>
            <pc:sldMk cId="1925171163" sldId="321"/>
            <ac:spMk id="17" creationId="{10DED71B-DC79-CEBB-85C6-CFBC100C62E0}"/>
          </ac:spMkLst>
        </pc:spChg>
        <pc:grpChg chg="del mod topLvl">
          <ac:chgData name="Julia Kowalski" userId="42cdb84b09bf766d" providerId="LiveId" clId="{B7FAF509-0AD0-41ED-B1E6-97E8952BD16C}" dt="2026-08-11T06:36:51.599" v="21" actId="478"/>
          <ac:grpSpMkLst>
            <pc:docMk/>
            <pc:sldMk cId="1925171163" sldId="321"/>
            <ac:grpSpMk id="6" creationId="{3531E175-9D2B-4CE5-4CE4-3387102B23EE}"/>
          </ac:grpSpMkLst>
        </pc:grpChg>
        <pc:grpChg chg="add mod">
          <ac:chgData name="Julia Kowalski" userId="42cdb84b09bf766d" providerId="LiveId" clId="{B7FAF509-0AD0-41ED-B1E6-97E8952BD16C}" dt="2026-08-11T06:43:27.398" v="82" actId="164"/>
          <ac:grpSpMkLst>
            <pc:docMk/>
            <pc:sldMk cId="1925171163" sldId="321"/>
            <ac:grpSpMk id="18" creationId="{C6511D76-0B17-CE2B-6639-AD75D5A1EA3B}"/>
          </ac:grpSpMkLst>
        </pc:grpChg>
        <pc:graphicFrameChg chg="del mod">
          <ac:chgData name="Julia Kowalski" userId="42cdb84b09bf766d" providerId="LiveId" clId="{B7FAF509-0AD0-41ED-B1E6-97E8952BD16C}" dt="2026-08-11T06:36:51.599" v="21" actId="478"/>
          <ac:graphicFrameMkLst>
            <pc:docMk/>
            <pc:sldMk cId="1925171163" sldId="321"/>
            <ac:graphicFrameMk id="2" creationId="{0133104A-1431-428F-0E4D-B551EDC68F8B}"/>
          </ac:graphicFrameMkLst>
        </pc:graphicFrameChg>
        <pc:picChg chg="add mod ord modCrop">
          <ac:chgData name="Julia Kowalski" userId="42cdb84b09bf766d" providerId="LiveId" clId="{B7FAF509-0AD0-41ED-B1E6-97E8952BD16C}" dt="2026-08-11T06:43:27.398" v="82" actId="164"/>
          <ac:picMkLst>
            <pc:docMk/>
            <pc:sldMk cId="1925171163" sldId="321"/>
            <ac:picMk id="8" creationId="{5027353A-A512-7EAD-F2E8-2150C8EAFD97}"/>
          </ac:picMkLst>
        </pc:picChg>
        <pc:picChg chg="add mod">
          <ac:chgData name="Julia Kowalski" userId="42cdb84b09bf766d" providerId="LiveId" clId="{B7FAF509-0AD0-41ED-B1E6-97E8952BD16C}" dt="2026-08-11T06:43:27.398" v="82" actId="164"/>
          <ac:picMkLst>
            <pc:docMk/>
            <pc:sldMk cId="1925171163" sldId="321"/>
            <ac:picMk id="11" creationId="{53FCE767-BE31-7F2E-EDF4-7BBF1EFBAFFB}"/>
          </ac:picMkLst>
        </pc:picChg>
        <pc:picChg chg="mod topLvl">
          <ac:chgData name="Julia Kowalski" userId="42cdb84b09bf766d" providerId="LiveId" clId="{B7FAF509-0AD0-41ED-B1E6-97E8952BD16C}" dt="2026-08-11T06:43:27.398" v="82" actId="164"/>
          <ac:picMkLst>
            <pc:docMk/>
            <pc:sldMk cId="1925171163" sldId="321"/>
            <ac:picMk id="12" creationId="{97928BF7-BB69-078F-BC26-0D5A5D3427ED}"/>
          </ac:picMkLst>
        </pc:picChg>
        <pc:picChg chg="del mod topLvl">
          <ac:chgData name="Julia Kowalski" userId="42cdb84b09bf766d" providerId="LiveId" clId="{B7FAF509-0AD0-41ED-B1E6-97E8952BD16C}" dt="2026-08-11T06:37:25.797" v="26" actId="478"/>
          <ac:picMkLst>
            <pc:docMk/>
            <pc:sldMk cId="1925171163" sldId="321"/>
            <ac:picMk id="14" creationId="{CEB78C58-2899-4814-6C1B-7DCB53E45330}"/>
          </ac:picMkLst>
        </pc:picChg>
        <pc:picChg chg="del mod topLvl">
          <ac:chgData name="Julia Kowalski" userId="42cdb84b09bf766d" providerId="LiveId" clId="{B7FAF509-0AD0-41ED-B1E6-97E8952BD16C}" dt="2026-08-11T06:36:53.498" v="22" actId="478"/>
          <ac:picMkLst>
            <pc:docMk/>
            <pc:sldMk cId="1925171163" sldId="321"/>
            <ac:picMk id="23" creationId="{8551085C-7CBB-A6AA-FC65-7CDD0185BE08}"/>
          </ac:picMkLst>
        </pc:picChg>
        <pc:picChg chg="mod topLvl">
          <ac:chgData name="Julia Kowalski" userId="42cdb84b09bf766d" providerId="LiveId" clId="{B7FAF509-0AD0-41ED-B1E6-97E8952BD16C}" dt="2026-08-11T06:43:27.398" v="82" actId="164"/>
          <ac:picMkLst>
            <pc:docMk/>
            <pc:sldMk cId="1925171163" sldId="321"/>
            <ac:picMk id="25" creationId="{F1F96FF9-CFE9-EC16-47A2-6E85202EBF3E}"/>
          </ac:picMkLst>
        </pc:picChg>
        <pc:picChg chg="mod topLvl">
          <ac:chgData name="Julia Kowalski" userId="42cdb84b09bf766d" providerId="LiveId" clId="{B7FAF509-0AD0-41ED-B1E6-97E8952BD16C}" dt="2026-08-11T06:43:27.398" v="82" actId="164"/>
          <ac:picMkLst>
            <pc:docMk/>
            <pc:sldMk cId="1925171163" sldId="321"/>
            <ac:picMk id="27" creationId="{77056599-9E13-9A25-F50B-52A6ABEFB2D3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51CEA8-4B6B-4CAF-840C-ACD558DD1AD7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DE"/>
        </a:p>
      </dgm:t>
    </dgm:pt>
    <mc:AlternateContent xmlns:mc="http://schemas.openxmlformats.org/markup-compatibility/2006" xmlns:a14="http://schemas.microsoft.com/office/drawing/2010/main">
      <mc:Choice Requires="a14">
        <dgm:pt modelId="{7B066223-D8C4-469B-B337-DEE2EF90F6AC}">
          <dgm:prSet phldrT="[Text]" phldr="0"/>
          <dgm:spPr/>
          <dgm:t>
            <a:bodyPr/>
            <a:lstStyle/>
            <a:p>
              <a:r>
                <a:rPr lang="en-GB" dirty="0"/>
                <a:t>Application &amp; Parameters </a:t>
              </a:r>
              <a14:m>
                <m:oMath xmlns:m="http://schemas.openxmlformats.org/officeDocument/2006/math">
                  <m:r>
                    <a:rPr lang="en-GB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𝜆</m:t>
                  </m:r>
                </m:oMath>
              </a14:m>
              <a:endParaRPr lang="en-DE" dirty="0"/>
            </a:p>
          </dgm:t>
        </dgm:pt>
      </mc:Choice>
      <mc:Fallback xmlns="">
        <dgm:pt modelId="{7B066223-D8C4-469B-B337-DEE2EF90F6AC}">
          <dgm:prSet phldrT="[Text]" phldr="0"/>
          <dgm:spPr/>
          <dgm:t>
            <a:bodyPr/>
            <a:lstStyle/>
            <a:p>
              <a:r>
                <a:rPr lang="en-GB" dirty="0"/>
                <a:t>Application &amp; Parameters </a:t>
              </a:r>
              <a:r>
                <a:rPr lang="en-GB" i="0">
                  <a:latin typeface="Cambria Math" panose="02040503050406030204" pitchFamily="18" charset="0"/>
                  <a:ea typeface="Cambria Math" panose="02040503050406030204" pitchFamily="18" charset="0"/>
                </a:rPr>
                <a:t>𝜆</a:t>
              </a:r>
              <a:endParaRPr lang="en-DE" dirty="0"/>
            </a:p>
          </dgm:t>
        </dgm:pt>
      </mc:Fallback>
    </mc:AlternateContent>
    <dgm:pt modelId="{2B3A8E67-B028-45FC-A1C1-D45C22165EAF}" type="parTrans" cxnId="{7DBA6CE3-22C7-46D6-B73A-270BCD068BAE}">
      <dgm:prSet/>
      <dgm:spPr/>
      <dgm:t>
        <a:bodyPr/>
        <a:lstStyle/>
        <a:p>
          <a:endParaRPr lang="en-DE"/>
        </a:p>
      </dgm:t>
    </dgm:pt>
    <dgm:pt modelId="{A298120B-E06C-47AC-8A23-AC71B6F4CCC7}" type="sibTrans" cxnId="{7DBA6CE3-22C7-46D6-B73A-270BCD068BAE}">
      <dgm:prSet/>
      <dgm:spPr/>
      <dgm:t>
        <a:bodyPr/>
        <a:lstStyle/>
        <a:p>
          <a:endParaRPr lang="en-DE"/>
        </a:p>
      </dgm:t>
    </dgm:pt>
    <dgm:pt modelId="{DCE34764-3DE6-4F31-AD2C-1FE3AFB70A15}">
      <dgm:prSet phldrT="[Text]" phldr="0"/>
      <dgm:spPr/>
      <dgm:t>
        <a:bodyPr/>
        <a:lstStyle/>
        <a:p>
          <a:r>
            <a:rPr lang="en-GB" dirty="0"/>
            <a:t>Algorithm</a:t>
          </a:r>
          <a:endParaRPr lang="en-DE" dirty="0"/>
        </a:p>
      </dgm:t>
    </dgm:pt>
    <dgm:pt modelId="{2E07AD20-A86C-4580-B3DF-DC9FA4CF4857}" type="parTrans" cxnId="{ED5D2D1B-23C2-4AAC-8984-4D525FC145B8}">
      <dgm:prSet/>
      <dgm:spPr/>
      <dgm:t>
        <a:bodyPr/>
        <a:lstStyle/>
        <a:p>
          <a:endParaRPr lang="en-DE"/>
        </a:p>
      </dgm:t>
    </dgm:pt>
    <dgm:pt modelId="{753F59E8-694A-4E7D-B5C9-B74C9A7692E1}" type="sibTrans" cxnId="{ED5D2D1B-23C2-4AAC-8984-4D525FC145B8}">
      <dgm:prSet/>
      <dgm:spPr/>
      <dgm:t>
        <a:bodyPr/>
        <a:lstStyle/>
        <a:p>
          <a:endParaRPr lang="en-DE"/>
        </a:p>
      </dgm:t>
    </dgm:pt>
    <dgm:pt modelId="{7A348BF3-4C7D-4540-A342-2B582D090905}">
      <dgm:prSet phldrT="[Text]" phldr="0"/>
      <dgm:spPr/>
      <dgm:t>
        <a:bodyPr/>
        <a:lstStyle/>
        <a:p>
          <a:r>
            <a:rPr lang="en-GB" dirty="0"/>
            <a:t>Circuit</a:t>
          </a:r>
          <a:endParaRPr lang="en-DE" dirty="0"/>
        </a:p>
      </dgm:t>
    </dgm:pt>
    <dgm:pt modelId="{F1D7197D-615D-4DDD-A742-54D0E60FF812}" type="parTrans" cxnId="{17C3C857-4D23-4F95-B245-B3ED0662E83C}">
      <dgm:prSet/>
      <dgm:spPr/>
      <dgm:t>
        <a:bodyPr/>
        <a:lstStyle/>
        <a:p>
          <a:endParaRPr lang="en-DE"/>
        </a:p>
      </dgm:t>
    </dgm:pt>
    <dgm:pt modelId="{7DE380CF-F776-4016-9E04-7E0AED42F45F}" type="sibTrans" cxnId="{17C3C857-4D23-4F95-B245-B3ED0662E83C}">
      <dgm:prSet/>
      <dgm:spPr/>
      <dgm:t>
        <a:bodyPr/>
        <a:lstStyle/>
        <a:p>
          <a:endParaRPr lang="en-DE"/>
        </a:p>
      </dgm:t>
    </dgm:pt>
    <mc:AlternateContent xmlns:mc="http://schemas.openxmlformats.org/markup-compatibility/2006" xmlns:a14="http://schemas.microsoft.com/office/drawing/2010/main">
      <mc:Choice Requires="a14">
        <dgm:pt modelId="{9307E6FA-5840-46DD-BB65-14F3A668CA9A}">
          <dgm:prSet phldrT="[Text]" phldr="0"/>
          <dgm:spPr/>
          <dgm:t>
            <a:bodyPr/>
            <a:lstStyle/>
            <a:p>
              <a:r>
                <a:rPr lang="en-GB" dirty="0"/>
                <a:t>Gates &amp; Parameters </a:t>
              </a:r>
              <a14:m>
                <m:oMath xmlns:m="http://schemas.openxmlformats.org/officeDocument/2006/math">
                  <m:r>
                    <a:rPr lang="en-GB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𝜃</m:t>
                  </m:r>
                </m:oMath>
              </a14:m>
              <a:endParaRPr lang="en-DE" dirty="0"/>
            </a:p>
          </dgm:t>
        </dgm:pt>
      </mc:Choice>
      <mc:Fallback xmlns="">
        <dgm:pt modelId="{9307E6FA-5840-46DD-BB65-14F3A668CA9A}">
          <dgm:prSet phldrT="[Text]" phldr="0"/>
          <dgm:spPr/>
          <dgm:t>
            <a:bodyPr/>
            <a:lstStyle/>
            <a:p>
              <a:r>
                <a:rPr lang="en-GB" dirty="0"/>
                <a:t>Gates &amp; Parameters </a:t>
              </a:r>
              <a:r>
                <a:rPr lang="en-GB" i="0">
                  <a:latin typeface="Cambria Math" panose="02040503050406030204" pitchFamily="18" charset="0"/>
                  <a:ea typeface="Cambria Math" panose="02040503050406030204" pitchFamily="18" charset="0"/>
                </a:rPr>
                <a:t>𝜃</a:t>
              </a:r>
              <a:endParaRPr lang="en-DE" dirty="0"/>
            </a:p>
          </dgm:t>
        </dgm:pt>
      </mc:Fallback>
    </mc:AlternateContent>
    <dgm:pt modelId="{FAAABB13-27AC-4D33-B0DC-048EAFCF8AB4}" type="parTrans" cxnId="{B5B71AF0-0CB7-4E5A-931C-89AF3D465158}">
      <dgm:prSet/>
      <dgm:spPr/>
      <dgm:t>
        <a:bodyPr/>
        <a:lstStyle/>
        <a:p>
          <a:endParaRPr lang="en-DE"/>
        </a:p>
      </dgm:t>
    </dgm:pt>
    <dgm:pt modelId="{9A9FEA5A-3A02-4C8A-9867-71F3C5830DBD}" type="sibTrans" cxnId="{B5B71AF0-0CB7-4E5A-931C-89AF3D465158}">
      <dgm:prSet/>
      <dgm:spPr/>
      <dgm:t>
        <a:bodyPr/>
        <a:lstStyle/>
        <a:p>
          <a:endParaRPr lang="en-DE"/>
        </a:p>
      </dgm:t>
    </dgm:pt>
    <dgm:pt modelId="{6E5E17E1-B239-4EDD-B979-07B5252F2C90}" type="pres">
      <dgm:prSet presAssocID="{0F51CEA8-4B6B-4CAF-840C-ACD558DD1AD7}" presName="Name0" presStyleCnt="0">
        <dgm:presLayoutVars>
          <dgm:chMax val="7"/>
          <dgm:resizeHandles val="exact"/>
        </dgm:presLayoutVars>
      </dgm:prSet>
      <dgm:spPr/>
    </dgm:pt>
    <dgm:pt modelId="{66CACCAD-B195-40D7-AE88-BA1A417D0373}" type="pres">
      <dgm:prSet presAssocID="{0F51CEA8-4B6B-4CAF-840C-ACD558DD1AD7}" presName="comp1" presStyleCnt="0"/>
      <dgm:spPr/>
    </dgm:pt>
    <dgm:pt modelId="{0A4593B0-B835-4DB3-913F-ACC7F4C76BD7}" type="pres">
      <dgm:prSet presAssocID="{0F51CEA8-4B6B-4CAF-840C-ACD558DD1AD7}" presName="circle1" presStyleLbl="node1" presStyleIdx="0" presStyleCnt="4"/>
      <dgm:spPr/>
    </dgm:pt>
    <dgm:pt modelId="{436C9E3E-CA1F-4BFC-BD67-856E6D6D4259}" type="pres">
      <dgm:prSet presAssocID="{0F51CEA8-4B6B-4CAF-840C-ACD558DD1AD7}" presName="c1text" presStyleLbl="node1" presStyleIdx="0" presStyleCnt="4">
        <dgm:presLayoutVars>
          <dgm:bulletEnabled val="1"/>
        </dgm:presLayoutVars>
      </dgm:prSet>
      <dgm:spPr/>
    </dgm:pt>
    <dgm:pt modelId="{E7515AAF-ACE0-4EB3-A56C-314A32C4D85C}" type="pres">
      <dgm:prSet presAssocID="{0F51CEA8-4B6B-4CAF-840C-ACD558DD1AD7}" presName="comp2" presStyleCnt="0"/>
      <dgm:spPr/>
    </dgm:pt>
    <dgm:pt modelId="{48E59058-1E42-4766-91F2-EDAC4CB68E1D}" type="pres">
      <dgm:prSet presAssocID="{0F51CEA8-4B6B-4CAF-840C-ACD558DD1AD7}" presName="circle2" presStyleLbl="node1" presStyleIdx="1" presStyleCnt="4"/>
      <dgm:spPr/>
    </dgm:pt>
    <dgm:pt modelId="{8B2ED7E9-2248-419B-8B88-C52730342038}" type="pres">
      <dgm:prSet presAssocID="{0F51CEA8-4B6B-4CAF-840C-ACD558DD1AD7}" presName="c2text" presStyleLbl="node1" presStyleIdx="1" presStyleCnt="4">
        <dgm:presLayoutVars>
          <dgm:bulletEnabled val="1"/>
        </dgm:presLayoutVars>
      </dgm:prSet>
      <dgm:spPr/>
    </dgm:pt>
    <dgm:pt modelId="{A4309586-146A-4452-A867-04F74D8F9E47}" type="pres">
      <dgm:prSet presAssocID="{0F51CEA8-4B6B-4CAF-840C-ACD558DD1AD7}" presName="comp3" presStyleCnt="0"/>
      <dgm:spPr/>
    </dgm:pt>
    <dgm:pt modelId="{584E4FB9-FACA-48F9-B43D-3D0A6E0B3584}" type="pres">
      <dgm:prSet presAssocID="{0F51CEA8-4B6B-4CAF-840C-ACD558DD1AD7}" presName="circle3" presStyleLbl="node1" presStyleIdx="2" presStyleCnt="4"/>
      <dgm:spPr/>
    </dgm:pt>
    <dgm:pt modelId="{AFDA9AE2-F1CA-422B-B72C-653565FEFFA8}" type="pres">
      <dgm:prSet presAssocID="{0F51CEA8-4B6B-4CAF-840C-ACD558DD1AD7}" presName="c3text" presStyleLbl="node1" presStyleIdx="2" presStyleCnt="4">
        <dgm:presLayoutVars>
          <dgm:bulletEnabled val="1"/>
        </dgm:presLayoutVars>
      </dgm:prSet>
      <dgm:spPr/>
    </dgm:pt>
    <dgm:pt modelId="{A64734A7-560C-49CF-AC60-022CCE45007A}" type="pres">
      <dgm:prSet presAssocID="{0F51CEA8-4B6B-4CAF-840C-ACD558DD1AD7}" presName="comp4" presStyleCnt="0"/>
      <dgm:spPr/>
    </dgm:pt>
    <dgm:pt modelId="{98AA6B3D-C801-4434-94D8-E7982EE651F0}" type="pres">
      <dgm:prSet presAssocID="{0F51CEA8-4B6B-4CAF-840C-ACD558DD1AD7}" presName="circle4" presStyleLbl="node1" presStyleIdx="3" presStyleCnt="4"/>
      <dgm:spPr/>
    </dgm:pt>
    <dgm:pt modelId="{C6521864-884F-4148-9DFE-483268238F3D}" type="pres">
      <dgm:prSet presAssocID="{0F51CEA8-4B6B-4CAF-840C-ACD558DD1AD7}" presName="c4text" presStyleLbl="node1" presStyleIdx="3" presStyleCnt="4">
        <dgm:presLayoutVars>
          <dgm:bulletEnabled val="1"/>
        </dgm:presLayoutVars>
      </dgm:prSet>
      <dgm:spPr/>
    </dgm:pt>
  </dgm:ptLst>
  <dgm:cxnLst>
    <dgm:cxn modelId="{F08B7505-C1ED-49F0-B53C-BB57F2FE9058}" type="presOf" srcId="{DCE34764-3DE6-4F31-AD2C-1FE3AFB70A15}" destId="{8B2ED7E9-2248-419B-8B88-C52730342038}" srcOrd="1" destOrd="0" presId="urn:microsoft.com/office/officeart/2005/8/layout/venn2"/>
    <dgm:cxn modelId="{1A0F9009-591D-444B-9EAB-88DE6D3380AA}" type="presOf" srcId="{7B066223-D8C4-469B-B337-DEE2EF90F6AC}" destId="{436C9E3E-CA1F-4BFC-BD67-856E6D6D4259}" srcOrd="1" destOrd="0" presId="urn:microsoft.com/office/officeart/2005/8/layout/venn2"/>
    <dgm:cxn modelId="{9C887511-4539-4D4B-AF5A-263460A7CE2D}" type="presOf" srcId="{0F51CEA8-4B6B-4CAF-840C-ACD558DD1AD7}" destId="{6E5E17E1-B239-4EDD-B979-07B5252F2C90}" srcOrd="0" destOrd="0" presId="urn:microsoft.com/office/officeart/2005/8/layout/venn2"/>
    <dgm:cxn modelId="{ED5D2D1B-23C2-4AAC-8984-4D525FC145B8}" srcId="{0F51CEA8-4B6B-4CAF-840C-ACD558DD1AD7}" destId="{DCE34764-3DE6-4F31-AD2C-1FE3AFB70A15}" srcOrd="1" destOrd="0" parTransId="{2E07AD20-A86C-4580-B3DF-DC9FA4CF4857}" sibTransId="{753F59E8-694A-4E7D-B5C9-B74C9A7692E1}"/>
    <dgm:cxn modelId="{70892A29-3D01-402F-9236-FF482B95BFDA}" type="presOf" srcId="{7B066223-D8C4-469B-B337-DEE2EF90F6AC}" destId="{0A4593B0-B835-4DB3-913F-ACC7F4C76BD7}" srcOrd="0" destOrd="0" presId="urn:microsoft.com/office/officeart/2005/8/layout/venn2"/>
    <dgm:cxn modelId="{A5B21677-5D3B-4807-BDA8-8EB317CB530F}" type="presOf" srcId="{9307E6FA-5840-46DD-BB65-14F3A668CA9A}" destId="{98AA6B3D-C801-4434-94D8-E7982EE651F0}" srcOrd="0" destOrd="0" presId="urn:microsoft.com/office/officeart/2005/8/layout/venn2"/>
    <dgm:cxn modelId="{17C3C857-4D23-4F95-B245-B3ED0662E83C}" srcId="{0F51CEA8-4B6B-4CAF-840C-ACD558DD1AD7}" destId="{7A348BF3-4C7D-4540-A342-2B582D090905}" srcOrd="2" destOrd="0" parTransId="{F1D7197D-615D-4DDD-A742-54D0E60FF812}" sibTransId="{7DE380CF-F776-4016-9E04-7E0AED42F45F}"/>
    <dgm:cxn modelId="{0A16BB97-45BD-4FCA-A890-90FFEC61A23C}" type="presOf" srcId="{DCE34764-3DE6-4F31-AD2C-1FE3AFB70A15}" destId="{48E59058-1E42-4766-91F2-EDAC4CB68E1D}" srcOrd="0" destOrd="0" presId="urn:microsoft.com/office/officeart/2005/8/layout/venn2"/>
    <dgm:cxn modelId="{B86919AC-A692-4E95-89D1-7E0977820F3E}" type="presOf" srcId="{9307E6FA-5840-46DD-BB65-14F3A668CA9A}" destId="{C6521864-884F-4148-9DFE-483268238F3D}" srcOrd="1" destOrd="0" presId="urn:microsoft.com/office/officeart/2005/8/layout/venn2"/>
    <dgm:cxn modelId="{C43099B7-094A-4628-A913-71860B03BADF}" type="presOf" srcId="{7A348BF3-4C7D-4540-A342-2B582D090905}" destId="{AFDA9AE2-F1CA-422B-B72C-653565FEFFA8}" srcOrd="1" destOrd="0" presId="urn:microsoft.com/office/officeart/2005/8/layout/venn2"/>
    <dgm:cxn modelId="{174462DF-D05A-46BA-B427-ADCFC316CED1}" type="presOf" srcId="{7A348BF3-4C7D-4540-A342-2B582D090905}" destId="{584E4FB9-FACA-48F9-B43D-3D0A6E0B3584}" srcOrd="0" destOrd="0" presId="urn:microsoft.com/office/officeart/2005/8/layout/venn2"/>
    <dgm:cxn modelId="{7DBA6CE3-22C7-46D6-B73A-270BCD068BAE}" srcId="{0F51CEA8-4B6B-4CAF-840C-ACD558DD1AD7}" destId="{7B066223-D8C4-469B-B337-DEE2EF90F6AC}" srcOrd="0" destOrd="0" parTransId="{2B3A8E67-B028-45FC-A1C1-D45C22165EAF}" sibTransId="{A298120B-E06C-47AC-8A23-AC71B6F4CCC7}"/>
    <dgm:cxn modelId="{B5B71AF0-0CB7-4E5A-931C-89AF3D465158}" srcId="{0F51CEA8-4B6B-4CAF-840C-ACD558DD1AD7}" destId="{9307E6FA-5840-46DD-BB65-14F3A668CA9A}" srcOrd="3" destOrd="0" parTransId="{FAAABB13-27AC-4D33-B0DC-048EAFCF8AB4}" sibTransId="{9A9FEA5A-3A02-4C8A-9867-71F3C5830DBD}"/>
    <dgm:cxn modelId="{1D1F059D-AC79-47BD-BD5F-EB36ADAD4251}" type="presParOf" srcId="{6E5E17E1-B239-4EDD-B979-07B5252F2C90}" destId="{66CACCAD-B195-40D7-AE88-BA1A417D0373}" srcOrd="0" destOrd="0" presId="urn:microsoft.com/office/officeart/2005/8/layout/venn2"/>
    <dgm:cxn modelId="{20EB52B5-D478-4EC5-8EBC-A81ECD6A8D8B}" type="presParOf" srcId="{66CACCAD-B195-40D7-AE88-BA1A417D0373}" destId="{0A4593B0-B835-4DB3-913F-ACC7F4C76BD7}" srcOrd="0" destOrd="0" presId="urn:microsoft.com/office/officeart/2005/8/layout/venn2"/>
    <dgm:cxn modelId="{35315561-2D86-42A5-B514-06421A1CE5D5}" type="presParOf" srcId="{66CACCAD-B195-40D7-AE88-BA1A417D0373}" destId="{436C9E3E-CA1F-4BFC-BD67-856E6D6D4259}" srcOrd="1" destOrd="0" presId="urn:microsoft.com/office/officeart/2005/8/layout/venn2"/>
    <dgm:cxn modelId="{8AB26F16-66EA-430A-BA85-27B36AEDB30A}" type="presParOf" srcId="{6E5E17E1-B239-4EDD-B979-07B5252F2C90}" destId="{E7515AAF-ACE0-4EB3-A56C-314A32C4D85C}" srcOrd="1" destOrd="0" presId="urn:microsoft.com/office/officeart/2005/8/layout/venn2"/>
    <dgm:cxn modelId="{55B3E600-7A1C-4D74-B6C5-F638CF0DC99E}" type="presParOf" srcId="{E7515AAF-ACE0-4EB3-A56C-314A32C4D85C}" destId="{48E59058-1E42-4766-91F2-EDAC4CB68E1D}" srcOrd="0" destOrd="0" presId="urn:microsoft.com/office/officeart/2005/8/layout/venn2"/>
    <dgm:cxn modelId="{009CF5ED-7DA0-4D83-895A-812D36302458}" type="presParOf" srcId="{E7515AAF-ACE0-4EB3-A56C-314A32C4D85C}" destId="{8B2ED7E9-2248-419B-8B88-C52730342038}" srcOrd="1" destOrd="0" presId="urn:microsoft.com/office/officeart/2005/8/layout/venn2"/>
    <dgm:cxn modelId="{0D61146A-A83E-4268-A188-7E0B72D3D34C}" type="presParOf" srcId="{6E5E17E1-B239-4EDD-B979-07B5252F2C90}" destId="{A4309586-146A-4452-A867-04F74D8F9E47}" srcOrd="2" destOrd="0" presId="urn:microsoft.com/office/officeart/2005/8/layout/venn2"/>
    <dgm:cxn modelId="{6350DA3C-C7BB-4207-8BB9-4612147228C5}" type="presParOf" srcId="{A4309586-146A-4452-A867-04F74D8F9E47}" destId="{584E4FB9-FACA-48F9-B43D-3D0A6E0B3584}" srcOrd="0" destOrd="0" presId="urn:microsoft.com/office/officeart/2005/8/layout/venn2"/>
    <dgm:cxn modelId="{F49DFD46-55E9-4671-B02A-45C8C29F7AAC}" type="presParOf" srcId="{A4309586-146A-4452-A867-04F74D8F9E47}" destId="{AFDA9AE2-F1CA-422B-B72C-653565FEFFA8}" srcOrd="1" destOrd="0" presId="urn:microsoft.com/office/officeart/2005/8/layout/venn2"/>
    <dgm:cxn modelId="{629B1996-42A4-4DAE-93CA-A905C05E4962}" type="presParOf" srcId="{6E5E17E1-B239-4EDD-B979-07B5252F2C90}" destId="{A64734A7-560C-49CF-AC60-022CCE45007A}" srcOrd="3" destOrd="0" presId="urn:microsoft.com/office/officeart/2005/8/layout/venn2"/>
    <dgm:cxn modelId="{71D99292-6852-4CCF-A56A-89645EC38632}" type="presParOf" srcId="{A64734A7-560C-49CF-AC60-022CCE45007A}" destId="{98AA6B3D-C801-4434-94D8-E7982EE651F0}" srcOrd="0" destOrd="0" presId="urn:microsoft.com/office/officeart/2005/8/layout/venn2"/>
    <dgm:cxn modelId="{75AA52FF-E774-47B2-A317-2508E9722B26}" type="presParOf" srcId="{A64734A7-560C-49CF-AC60-022CCE45007A}" destId="{C6521864-884F-4148-9DFE-483268238F3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51CEA8-4B6B-4CAF-840C-ACD558DD1AD7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DE"/>
        </a:p>
      </dgm:t>
    </dgm:pt>
    <dgm:pt modelId="{7B066223-D8C4-469B-B337-DEE2EF90F6AC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de-DE">
              <a:noFill/>
            </a:rPr>
            <a:t> </a:t>
          </a:r>
        </a:p>
      </dgm:t>
    </dgm:pt>
    <dgm:pt modelId="{2B3A8E67-B028-45FC-A1C1-D45C22165EAF}" type="parTrans" cxnId="{7DBA6CE3-22C7-46D6-B73A-270BCD068BAE}">
      <dgm:prSet/>
      <dgm:spPr/>
      <dgm:t>
        <a:bodyPr/>
        <a:lstStyle/>
        <a:p>
          <a:endParaRPr lang="en-DE"/>
        </a:p>
      </dgm:t>
    </dgm:pt>
    <dgm:pt modelId="{A298120B-E06C-47AC-8A23-AC71B6F4CCC7}" type="sibTrans" cxnId="{7DBA6CE3-22C7-46D6-B73A-270BCD068BAE}">
      <dgm:prSet/>
      <dgm:spPr/>
      <dgm:t>
        <a:bodyPr/>
        <a:lstStyle/>
        <a:p>
          <a:endParaRPr lang="en-DE"/>
        </a:p>
      </dgm:t>
    </dgm:pt>
    <dgm:pt modelId="{DCE34764-3DE6-4F31-AD2C-1FE3AFB70A15}">
      <dgm:prSet phldrT="[Text]" phldr="0"/>
      <dgm:spPr/>
      <dgm:t>
        <a:bodyPr/>
        <a:lstStyle/>
        <a:p>
          <a:r>
            <a:rPr lang="en-GB" dirty="0"/>
            <a:t>Algorithm</a:t>
          </a:r>
          <a:endParaRPr lang="en-DE" dirty="0"/>
        </a:p>
      </dgm:t>
    </dgm:pt>
    <dgm:pt modelId="{2E07AD20-A86C-4580-B3DF-DC9FA4CF4857}" type="parTrans" cxnId="{ED5D2D1B-23C2-4AAC-8984-4D525FC145B8}">
      <dgm:prSet/>
      <dgm:spPr/>
      <dgm:t>
        <a:bodyPr/>
        <a:lstStyle/>
        <a:p>
          <a:endParaRPr lang="en-DE"/>
        </a:p>
      </dgm:t>
    </dgm:pt>
    <dgm:pt modelId="{753F59E8-694A-4E7D-B5C9-B74C9A7692E1}" type="sibTrans" cxnId="{ED5D2D1B-23C2-4AAC-8984-4D525FC145B8}">
      <dgm:prSet/>
      <dgm:spPr/>
      <dgm:t>
        <a:bodyPr/>
        <a:lstStyle/>
        <a:p>
          <a:endParaRPr lang="en-DE"/>
        </a:p>
      </dgm:t>
    </dgm:pt>
    <dgm:pt modelId="{7A348BF3-4C7D-4540-A342-2B582D090905}">
      <dgm:prSet phldrT="[Text]" phldr="0"/>
      <dgm:spPr/>
      <dgm:t>
        <a:bodyPr/>
        <a:lstStyle/>
        <a:p>
          <a:r>
            <a:rPr lang="en-GB" dirty="0"/>
            <a:t>Circuit</a:t>
          </a:r>
          <a:endParaRPr lang="en-DE" dirty="0"/>
        </a:p>
      </dgm:t>
    </dgm:pt>
    <dgm:pt modelId="{F1D7197D-615D-4DDD-A742-54D0E60FF812}" type="parTrans" cxnId="{17C3C857-4D23-4F95-B245-B3ED0662E83C}">
      <dgm:prSet/>
      <dgm:spPr/>
      <dgm:t>
        <a:bodyPr/>
        <a:lstStyle/>
        <a:p>
          <a:endParaRPr lang="en-DE"/>
        </a:p>
      </dgm:t>
    </dgm:pt>
    <dgm:pt modelId="{7DE380CF-F776-4016-9E04-7E0AED42F45F}" type="sibTrans" cxnId="{17C3C857-4D23-4F95-B245-B3ED0662E83C}">
      <dgm:prSet/>
      <dgm:spPr/>
      <dgm:t>
        <a:bodyPr/>
        <a:lstStyle/>
        <a:p>
          <a:endParaRPr lang="en-DE"/>
        </a:p>
      </dgm:t>
    </dgm:pt>
    <dgm:pt modelId="{9307E6FA-5840-46DD-BB65-14F3A668CA9A}">
      <dgm:prSet phldrT="[Text]" phldr="0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de-DE">
              <a:noFill/>
            </a:rPr>
            <a:t> </a:t>
          </a:r>
        </a:p>
      </dgm:t>
    </dgm:pt>
    <dgm:pt modelId="{FAAABB13-27AC-4D33-B0DC-048EAFCF8AB4}" type="parTrans" cxnId="{B5B71AF0-0CB7-4E5A-931C-89AF3D465158}">
      <dgm:prSet/>
      <dgm:spPr/>
      <dgm:t>
        <a:bodyPr/>
        <a:lstStyle/>
        <a:p>
          <a:endParaRPr lang="en-DE"/>
        </a:p>
      </dgm:t>
    </dgm:pt>
    <dgm:pt modelId="{9A9FEA5A-3A02-4C8A-9867-71F3C5830DBD}" type="sibTrans" cxnId="{B5B71AF0-0CB7-4E5A-931C-89AF3D465158}">
      <dgm:prSet/>
      <dgm:spPr/>
      <dgm:t>
        <a:bodyPr/>
        <a:lstStyle/>
        <a:p>
          <a:endParaRPr lang="en-DE"/>
        </a:p>
      </dgm:t>
    </dgm:pt>
    <dgm:pt modelId="{6E5E17E1-B239-4EDD-B979-07B5252F2C90}" type="pres">
      <dgm:prSet presAssocID="{0F51CEA8-4B6B-4CAF-840C-ACD558DD1AD7}" presName="Name0" presStyleCnt="0">
        <dgm:presLayoutVars>
          <dgm:chMax val="7"/>
          <dgm:resizeHandles val="exact"/>
        </dgm:presLayoutVars>
      </dgm:prSet>
      <dgm:spPr/>
    </dgm:pt>
    <dgm:pt modelId="{66CACCAD-B195-40D7-AE88-BA1A417D0373}" type="pres">
      <dgm:prSet presAssocID="{0F51CEA8-4B6B-4CAF-840C-ACD558DD1AD7}" presName="comp1" presStyleCnt="0"/>
      <dgm:spPr/>
    </dgm:pt>
    <dgm:pt modelId="{0A4593B0-B835-4DB3-913F-ACC7F4C76BD7}" type="pres">
      <dgm:prSet presAssocID="{0F51CEA8-4B6B-4CAF-840C-ACD558DD1AD7}" presName="circle1" presStyleLbl="node1" presStyleIdx="0" presStyleCnt="4"/>
      <dgm:spPr/>
    </dgm:pt>
    <dgm:pt modelId="{436C9E3E-CA1F-4BFC-BD67-856E6D6D4259}" type="pres">
      <dgm:prSet presAssocID="{0F51CEA8-4B6B-4CAF-840C-ACD558DD1AD7}" presName="c1text" presStyleLbl="node1" presStyleIdx="0" presStyleCnt="4">
        <dgm:presLayoutVars>
          <dgm:bulletEnabled val="1"/>
        </dgm:presLayoutVars>
      </dgm:prSet>
      <dgm:spPr/>
    </dgm:pt>
    <dgm:pt modelId="{E7515AAF-ACE0-4EB3-A56C-314A32C4D85C}" type="pres">
      <dgm:prSet presAssocID="{0F51CEA8-4B6B-4CAF-840C-ACD558DD1AD7}" presName="comp2" presStyleCnt="0"/>
      <dgm:spPr/>
    </dgm:pt>
    <dgm:pt modelId="{48E59058-1E42-4766-91F2-EDAC4CB68E1D}" type="pres">
      <dgm:prSet presAssocID="{0F51CEA8-4B6B-4CAF-840C-ACD558DD1AD7}" presName="circle2" presStyleLbl="node1" presStyleIdx="1" presStyleCnt="4"/>
      <dgm:spPr/>
    </dgm:pt>
    <dgm:pt modelId="{8B2ED7E9-2248-419B-8B88-C52730342038}" type="pres">
      <dgm:prSet presAssocID="{0F51CEA8-4B6B-4CAF-840C-ACD558DD1AD7}" presName="c2text" presStyleLbl="node1" presStyleIdx="1" presStyleCnt="4">
        <dgm:presLayoutVars>
          <dgm:bulletEnabled val="1"/>
        </dgm:presLayoutVars>
      </dgm:prSet>
      <dgm:spPr/>
    </dgm:pt>
    <dgm:pt modelId="{A4309586-146A-4452-A867-04F74D8F9E47}" type="pres">
      <dgm:prSet presAssocID="{0F51CEA8-4B6B-4CAF-840C-ACD558DD1AD7}" presName="comp3" presStyleCnt="0"/>
      <dgm:spPr/>
    </dgm:pt>
    <dgm:pt modelId="{584E4FB9-FACA-48F9-B43D-3D0A6E0B3584}" type="pres">
      <dgm:prSet presAssocID="{0F51CEA8-4B6B-4CAF-840C-ACD558DD1AD7}" presName="circle3" presStyleLbl="node1" presStyleIdx="2" presStyleCnt="4"/>
      <dgm:spPr/>
    </dgm:pt>
    <dgm:pt modelId="{AFDA9AE2-F1CA-422B-B72C-653565FEFFA8}" type="pres">
      <dgm:prSet presAssocID="{0F51CEA8-4B6B-4CAF-840C-ACD558DD1AD7}" presName="c3text" presStyleLbl="node1" presStyleIdx="2" presStyleCnt="4">
        <dgm:presLayoutVars>
          <dgm:bulletEnabled val="1"/>
        </dgm:presLayoutVars>
      </dgm:prSet>
      <dgm:spPr/>
    </dgm:pt>
    <dgm:pt modelId="{A64734A7-560C-49CF-AC60-022CCE45007A}" type="pres">
      <dgm:prSet presAssocID="{0F51CEA8-4B6B-4CAF-840C-ACD558DD1AD7}" presName="comp4" presStyleCnt="0"/>
      <dgm:spPr/>
    </dgm:pt>
    <dgm:pt modelId="{98AA6B3D-C801-4434-94D8-E7982EE651F0}" type="pres">
      <dgm:prSet presAssocID="{0F51CEA8-4B6B-4CAF-840C-ACD558DD1AD7}" presName="circle4" presStyleLbl="node1" presStyleIdx="3" presStyleCnt="4"/>
      <dgm:spPr/>
    </dgm:pt>
    <dgm:pt modelId="{C6521864-884F-4148-9DFE-483268238F3D}" type="pres">
      <dgm:prSet presAssocID="{0F51CEA8-4B6B-4CAF-840C-ACD558DD1AD7}" presName="c4text" presStyleLbl="node1" presStyleIdx="3" presStyleCnt="4">
        <dgm:presLayoutVars>
          <dgm:bulletEnabled val="1"/>
        </dgm:presLayoutVars>
      </dgm:prSet>
      <dgm:spPr/>
    </dgm:pt>
  </dgm:ptLst>
  <dgm:cxnLst>
    <dgm:cxn modelId="{F08B7505-C1ED-49F0-B53C-BB57F2FE9058}" type="presOf" srcId="{DCE34764-3DE6-4F31-AD2C-1FE3AFB70A15}" destId="{8B2ED7E9-2248-419B-8B88-C52730342038}" srcOrd="1" destOrd="0" presId="urn:microsoft.com/office/officeart/2005/8/layout/venn2"/>
    <dgm:cxn modelId="{1A0F9009-591D-444B-9EAB-88DE6D3380AA}" type="presOf" srcId="{7B066223-D8C4-469B-B337-DEE2EF90F6AC}" destId="{436C9E3E-CA1F-4BFC-BD67-856E6D6D4259}" srcOrd="1" destOrd="0" presId="urn:microsoft.com/office/officeart/2005/8/layout/venn2"/>
    <dgm:cxn modelId="{9C887511-4539-4D4B-AF5A-263460A7CE2D}" type="presOf" srcId="{0F51CEA8-4B6B-4CAF-840C-ACD558DD1AD7}" destId="{6E5E17E1-B239-4EDD-B979-07B5252F2C90}" srcOrd="0" destOrd="0" presId="urn:microsoft.com/office/officeart/2005/8/layout/venn2"/>
    <dgm:cxn modelId="{ED5D2D1B-23C2-4AAC-8984-4D525FC145B8}" srcId="{0F51CEA8-4B6B-4CAF-840C-ACD558DD1AD7}" destId="{DCE34764-3DE6-4F31-AD2C-1FE3AFB70A15}" srcOrd="1" destOrd="0" parTransId="{2E07AD20-A86C-4580-B3DF-DC9FA4CF4857}" sibTransId="{753F59E8-694A-4E7D-B5C9-B74C9A7692E1}"/>
    <dgm:cxn modelId="{70892A29-3D01-402F-9236-FF482B95BFDA}" type="presOf" srcId="{7B066223-D8C4-469B-B337-DEE2EF90F6AC}" destId="{0A4593B0-B835-4DB3-913F-ACC7F4C76BD7}" srcOrd="0" destOrd="0" presId="urn:microsoft.com/office/officeart/2005/8/layout/venn2"/>
    <dgm:cxn modelId="{A5B21677-5D3B-4807-BDA8-8EB317CB530F}" type="presOf" srcId="{9307E6FA-5840-46DD-BB65-14F3A668CA9A}" destId="{98AA6B3D-C801-4434-94D8-E7982EE651F0}" srcOrd="0" destOrd="0" presId="urn:microsoft.com/office/officeart/2005/8/layout/venn2"/>
    <dgm:cxn modelId="{17C3C857-4D23-4F95-B245-B3ED0662E83C}" srcId="{0F51CEA8-4B6B-4CAF-840C-ACD558DD1AD7}" destId="{7A348BF3-4C7D-4540-A342-2B582D090905}" srcOrd="2" destOrd="0" parTransId="{F1D7197D-615D-4DDD-A742-54D0E60FF812}" sibTransId="{7DE380CF-F776-4016-9E04-7E0AED42F45F}"/>
    <dgm:cxn modelId="{0A16BB97-45BD-4FCA-A890-90FFEC61A23C}" type="presOf" srcId="{DCE34764-3DE6-4F31-AD2C-1FE3AFB70A15}" destId="{48E59058-1E42-4766-91F2-EDAC4CB68E1D}" srcOrd="0" destOrd="0" presId="urn:microsoft.com/office/officeart/2005/8/layout/venn2"/>
    <dgm:cxn modelId="{B86919AC-A692-4E95-89D1-7E0977820F3E}" type="presOf" srcId="{9307E6FA-5840-46DD-BB65-14F3A668CA9A}" destId="{C6521864-884F-4148-9DFE-483268238F3D}" srcOrd="1" destOrd="0" presId="urn:microsoft.com/office/officeart/2005/8/layout/venn2"/>
    <dgm:cxn modelId="{C43099B7-094A-4628-A913-71860B03BADF}" type="presOf" srcId="{7A348BF3-4C7D-4540-A342-2B582D090905}" destId="{AFDA9AE2-F1CA-422B-B72C-653565FEFFA8}" srcOrd="1" destOrd="0" presId="urn:microsoft.com/office/officeart/2005/8/layout/venn2"/>
    <dgm:cxn modelId="{174462DF-D05A-46BA-B427-ADCFC316CED1}" type="presOf" srcId="{7A348BF3-4C7D-4540-A342-2B582D090905}" destId="{584E4FB9-FACA-48F9-B43D-3D0A6E0B3584}" srcOrd="0" destOrd="0" presId="urn:microsoft.com/office/officeart/2005/8/layout/venn2"/>
    <dgm:cxn modelId="{7DBA6CE3-22C7-46D6-B73A-270BCD068BAE}" srcId="{0F51CEA8-4B6B-4CAF-840C-ACD558DD1AD7}" destId="{7B066223-D8C4-469B-B337-DEE2EF90F6AC}" srcOrd="0" destOrd="0" parTransId="{2B3A8E67-B028-45FC-A1C1-D45C22165EAF}" sibTransId="{A298120B-E06C-47AC-8A23-AC71B6F4CCC7}"/>
    <dgm:cxn modelId="{B5B71AF0-0CB7-4E5A-931C-89AF3D465158}" srcId="{0F51CEA8-4B6B-4CAF-840C-ACD558DD1AD7}" destId="{9307E6FA-5840-46DD-BB65-14F3A668CA9A}" srcOrd="3" destOrd="0" parTransId="{FAAABB13-27AC-4D33-B0DC-048EAFCF8AB4}" sibTransId="{9A9FEA5A-3A02-4C8A-9867-71F3C5830DBD}"/>
    <dgm:cxn modelId="{1D1F059D-AC79-47BD-BD5F-EB36ADAD4251}" type="presParOf" srcId="{6E5E17E1-B239-4EDD-B979-07B5252F2C90}" destId="{66CACCAD-B195-40D7-AE88-BA1A417D0373}" srcOrd="0" destOrd="0" presId="urn:microsoft.com/office/officeart/2005/8/layout/venn2"/>
    <dgm:cxn modelId="{20EB52B5-D478-4EC5-8EBC-A81ECD6A8D8B}" type="presParOf" srcId="{66CACCAD-B195-40D7-AE88-BA1A417D0373}" destId="{0A4593B0-B835-4DB3-913F-ACC7F4C76BD7}" srcOrd="0" destOrd="0" presId="urn:microsoft.com/office/officeart/2005/8/layout/venn2"/>
    <dgm:cxn modelId="{35315561-2D86-42A5-B514-06421A1CE5D5}" type="presParOf" srcId="{66CACCAD-B195-40D7-AE88-BA1A417D0373}" destId="{436C9E3E-CA1F-4BFC-BD67-856E6D6D4259}" srcOrd="1" destOrd="0" presId="urn:microsoft.com/office/officeart/2005/8/layout/venn2"/>
    <dgm:cxn modelId="{8AB26F16-66EA-430A-BA85-27B36AEDB30A}" type="presParOf" srcId="{6E5E17E1-B239-4EDD-B979-07B5252F2C90}" destId="{E7515AAF-ACE0-4EB3-A56C-314A32C4D85C}" srcOrd="1" destOrd="0" presId="urn:microsoft.com/office/officeart/2005/8/layout/venn2"/>
    <dgm:cxn modelId="{55B3E600-7A1C-4D74-B6C5-F638CF0DC99E}" type="presParOf" srcId="{E7515AAF-ACE0-4EB3-A56C-314A32C4D85C}" destId="{48E59058-1E42-4766-91F2-EDAC4CB68E1D}" srcOrd="0" destOrd="0" presId="urn:microsoft.com/office/officeart/2005/8/layout/venn2"/>
    <dgm:cxn modelId="{009CF5ED-7DA0-4D83-895A-812D36302458}" type="presParOf" srcId="{E7515AAF-ACE0-4EB3-A56C-314A32C4D85C}" destId="{8B2ED7E9-2248-419B-8B88-C52730342038}" srcOrd="1" destOrd="0" presId="urn:microsoft.com/office/officeart/2005/8/layout/venn2"/>
    <dgm:cxn modelId="{0D61146A-A83E-4268-A188-7E0B72D3D34C}" type="presParOf" srcId="{6E5E17E1-B239-4EDD-B979-07B5252F2C90}" destId="{A4309586-146A-4452-A867-04F74D8F9E47}" srcOrd="2" destOrd="0" presId="urn:microsoft.com/office/officeart/2005/8/layout/venn2"/>
    <dgm:cxn modelId="{6350DA3C-C7BB-4207-8BB9-4612147228C5}" type="presParOf" srcId="{A4309586-146A-4452-A867-04F74D8F9E47}" destId="{584E4FB9-FACA-48F9-B43D-3D0A6E0B3584}" srcOrd="0" destOrd="0" presId="urn:microsoft.com/office/officeart/2005/8/layout/venn2"/>
    <dgm:cxn modelId="{F49DFD46-55E9-4671-B02A-45C8C29F7AAC}" type="presParOf" srcId="{A4309586-146A-4452-A867-04F74D8F9E47}" destId="{AFDA9AE2-F1CA-422B-B72C-653565FEFFA8}" srcOrd="1" destOrd="0" presId="urn:microsoft.com/office/officeart/2005/8/layout/venn2"/>
    <dgm:cxn modelId="{629B1996-42A4-4DAE-93CA-A905C05E4962}" type="presParOf" srcId="{6E5E17E1-B239-4EDD-B979-07B5252F2C90}" destId="{A64734A7-560C-49CF-AC60-022CCE45007A}" srcOrd="3" destOrd="0" presId="urn:microsoft.com/office/officeart/2005/8/layout/venn2"/>
    <dgm:cxn modelId="{71D99292-6852-4CCF-A56A-89645EC38632}" type="presParOf" srcId="{A64734A7-560C-49CF-AC60-022CCE45007A}" destId="{98AA6B3D-C801-4434-94D8-E7982EE651F0}" srcOrd="0" destOrd="0" presId="urn:microsoft.com/office/officeart/2005/8/layout/venn2"/>
    <dgm:cxn modelId="{75AA52FF-E774-47B2-A317-2508E9722B26}" type="presParOf" srcId="{A64734A7-560C-49CF-AC60-022CCE45007A}" destId="{C6521864-884F-4148-9DFE-483268238F3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593B0-B835-4DB3-913F-ACC7F4C76BD7}">
      <dsp:nvSpPr>
        <dsp:cNvPr id="0" name=""/>
        <dsp:cNvSpPr/>
      </dsp:nvSpPr>
      <dsp:spPr>
        <a:xfrm>
          <a:off x="1339834" y="0"/>
          <a:ext cx="4921326" cy="492132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Application &amp; Parameters </a:t>
          </a:r>
          <a14:m xmlns:a14="http://schemas.microsoft.com/office/drawing/2010/main">
            <m:oMath xmlns:m="http://schemas.openxmlformats.org/officeDocument/2006/math">
              <m:r>
                <a:rPr lang="en-GB" sz="150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𝜆</m:t>
              </m:r>
            </m:oMath>
          </a14:m>
          <a:endParaRPr lang="en-DE" sz="1500" kern="1200" dirty="0"/>
        </a:p>
      </dsp:txBody>
      <dsp:txXfrm>
        <a:off x="3112495" y="246066"/>
        <a:ext cx="1376002" cy="738198"/>
      </dsp:txXfrm>
    </dsp:sp>
    <dsp:sp modelId="{48E59058-1E42-4766-91F2-EDAC4CB68E1D}">
      <dsp:nvSpPr>
        <dsp:cNvPr id="0" name=""/>
        <dsp:cNvSpPr/>
      </dsp:nvSpPr>
      <dsp:spPr>
        <a:xfrm>
          <a:off x="1831966" y="984265"/>
          <a:ext cx="3937060" cy="39370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Algorithm</a:t>
          </a:r>
          <a:endParaRPr lang="en-DE" sz="1500" kern="1200" dirty="0"/>
        </a:p>
      </dsp:txBody>
      <dsp:txXfrm>
        <a:off x="3112495" y="1220488"/>
        <a:ext cx="1376002" cy="708670"/>
      </dsp:txXfrm>
    </dsp:sp>
    <dsp:sp modelId="{584E4FB9-FACA-48F9-B43D-3D0A6E0B3584}">
      <dsp:nvSpPr>
        <dsp:cNvPr id="0" name=""/>
        <dsp:cNvSpPr/>
      </dsp:nvSpPr>
      <dsp:spPr>
        <a:xfrm>
          <a:off x="2324099" y="1968530"/>
          <a:ext cx="2952795" cy="295279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Circuit</a:t>
          </a:r>
          <a:endParaRPr lang="en-DE" sz="1500" kern="1200" dirty="0"/>
        </a:p>
      </dsp:txBody>
      <dsp:txXfrm>
        <a:off x="3112495" y="2189990"/>
        <a:ext cx="1376002" cy="664379"/>
      </dsp:txXfrm>
    </dsp:sp>
    <dsp:sp modelId="{98AA6B3D-C801-4434-94D8-E7982EE651F0}">
      <dsp:nvSpPr>
        <dsp:cNvPr id="0" name=""/>
        <dsp:cNvSpPr/>
      </dsp:nvSpPr>
      <dsp:spPr>
        <a:xfrm>
          <a:off x="2816231" y="2952795"/>
          <a:ext cx="1968530" cy="196853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Gates &amp; Parameters </a:t>
          </a:r>
          <a14:m xmlns:a14="http://schemas.microsoft.com/office/drawing/2010/main">
            <m:oMath xmlns:m="http://schemas.openxmlformats.org/officeDocument/2006/math">
              <m:r>
                <a:rPr lang="en-GB" sz="150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𝜃</m:t>
              </m:r>
            </m:oMath>
          </a14:m>
          <a:endParaRPr lang="en-DE" sz="1500" kern="1200" dirty="0"/>
        </a:p>
      </dsp:txBody>
      <dsp:txXfrm>
        <a:off x="3104516" y="3444928"/>
        <a:ext cx="1391961" cy="984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6982972-2E83-41CA-9AD7-8433AE39C0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D6B84E-F58C-4427-83F0-4C9710910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F0FFCE26-9464-48AF-8A57-5A996D131AD5}" type="datetimeFigureOut">
              <a:rPr lang="de-DE" altLang="de-DE"/>
              <a:pPr>
                <a:defRPr/>
              </a:pPr>
              <a:t>11.08.2026</a:t>
            </a:fld>
            <a:endParaRPr lang="de-DE" alt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A1BB4F-9EE7-4244-BD1E-1467D73052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83B481-799C-4397-BE89-76C6B9EA47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395ECAEF-F7DE-4071-B4F9-81B72AF64B2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C259470-EFFF-42D2-8791-3E7DD20AF5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0E0B2D-9555-4DC6-ACC8-29D2D97597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C4079BC7-F428-4BB6-B35F-5F0BE891E1FC}" type="datetimeFigureOut">
              <a:rPr lang="de-DE" altLang="de-DE"/>
              <a:pPr>
                <a:defRPr/>
              </a:pPr>
              <a:t>11.08.2026</a:t>
            </a:fld>
            <a:endParaRPr lang="de-DE" alt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79042C71-237F-4E7C-BFB2-71CACEE277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32988ADE-20B1-41C7-AD38-5F98C076E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254035-BABF-472D-A6CF-19306994A6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4AE1CE-262F-4D07-B4CB-01A4EF311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431731AA-8574-4CA9-B13C-194177BB66ED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7">
            <a:extLst>
              <a:ext uri="{FF2B5EF4-FFF2-40B4-BE49-F238E27FC236}">
                <a16:creationId xmlns:a16="http://schemas.microsoft.com/office/drawing/2014/main" id="{F762B61D-514A-47EA-AAC8-4C0F452257AA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9">
            <a:extLst>
              <a:ext uri="{FF2B5EF4-FFF2-40B4-BE49-F238E27FC236}">
                <a16:creationId xmlns:a16="http://schemas.microsoft.com/office/drawing/2014/main" id="{0E0BA2ED-350D-4DBF-83D5-69CD89777CB8}"/>
              </a:ext>
            </a:extLst>
          </p:cNvPr>
          <p:cNvSpPr txBox="1"/>
          <p:nvPr/>
        </p:nvSpPr>
        <p:spPr>
          <a:xfrm>
            <a:off x="-1459890" y="1322919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 dirty="0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 dirty="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 dirty="0"/>
              <a:t>Skalieren auf</a:t>
            </a:r>
          </a:p>
          <a:p>
            <a:pPr eaLnBrk="1" hangingPunct="1">
              <a:defRPr/>
            </a:pPr>
            <a:r>
              <a:rPr lang="de-DE" altLang="de-DE" sz="1000" dirty="0"/>
              <a:t>     Höhe: 2,26 cm</a:t>
            </a:r>
          </a:p>
          <a:p>
            <a:pPr eaLnBrk="1" hangingPunct="1">
              <a:defRPr/>
            </a:pPr>
            <a:r>
              <a:rPr lang="de-DE" altLang="de-DE" sz="1000" dirty="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 dirty="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E51DE0A4-1237-4A3A-BFCF-C366D1960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66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9">
            <a:extLst>
              <a:ext uri="{FF2B5EF4-FFF2-40B4-BE49-F238E27FC236}">
                <a16:creationId xmlns:a16="http://schemas.microsoft.com/office/drawing/2014/main" id="{0E0BA2ED-350D-4DBF-83D5-69CD89777CB8}"/>
              </a:ext>
            </a:extLst>
          </p:cNvPr>
          <p:cNvSpPr txBox="1"/>
          <p:nvPr/>
        </p:nvSpPr>
        <p:spPr>
          <a:xfrm>
            <a:off x="-1459890" y="1322919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 dirty="0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 dirty="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 dirty="0"/>
              <a:t>Skalieren auf</a:t>
            </a:r>
          </a:p>
          <a:p>
            <a:pPr eaLnBrk="1" hangingPunct="1">
              <a:defRPr/>
            </a:pPr>
            <a:r>
              <a:rPr lang="de-DE" altLang="de-DE" sz="1000" dirty="0"/>
              <a:t>     Höhe: 2,26 cm</a:t>
            </a:r>
          </a:p>
          <a:p>
            <a:pPr eaLnBrk="1" hangingPunct="1">
              <a:defRPr/>
            </a:pPr>
            <a:r>
              <a:rPr lang="de-DE" altLang="de-DE" sz="1000" dirty="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 dirty="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E51DE0A4-1237-4A3A-BFCF-C366D1960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00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9">
            <a:extLst>
              <a:ext uri="{FF2B5EF4-FFF2-40B4-BE49-F238E27FC236}">
                <a16:creationId xmlns:a16="http://schemas.microsoft.com/office/drawing/2014/main" id="{0E0BA2ED-350D-4DBF-83D5-69CD89777CB8}"/>
              </a:ext>
            </a:extLst>
          </p:cNvPr>
          <p:cNvSpPr txBox="1"/>
          <p:nvPr/>
        </p:nvSpPr>
        <p:spPr>
          <a:xfrm>
            <a:off x="-1459890" y="1322919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 dirty="0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 dirty="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 dirty="0"/>
              <a:t>Skalieren auf</a:t>
            </a:r>
          </a:p>
          <a:p>
            <a:pPr eaLnBrk="1" hangingPunct="1">
              <a:defRPr/>
            </a:pPr>
            <a:r>
              <a:rPr lang="de-DE" altLang="de-DE" sz="1000" dirty="0"/>
              <a:t>     Höhe: 2,26 cm</a:t>
            </a:r>
          </a:p>
          <a:p>
            <a:pPr eaLnBrk="1" hangingPunct="1">
              <a:defRPr/>
            </a:pPr>
            <a:r>
              <a:rPr lang="de-DE" altLang="de-DE" sz="1000" dirty="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 dirty="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E51DE0A4-1237-4A3A-BFCF-C366D1960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hteck 7">
            <a:extLst>
              <a:ext uri="{FF2B5EF4-FFF2-40B4-BE49-F238E27FC236}">
                <a16:creationId xmlns:a16="http://schemas.microsoft.com/office/drawing/2014/main" id="{3EC8CAB8-257B-C129-E29F-7B8E9FB84D09}"/>
              </a:ext>
            </a:extLst>
          </p:cNvPr>
          <p:cNvSpPr/>
          <p:nvPr userDrawn="1"/>
        </p:nvSpPr>
        <p:spPr bwMode="auto">
          <a:xfrm>
            <a:off x="0" y="0"/>
            <a:ext cx="4068000" cy="2312988"/>
          </a:xfrm>
          <a:prstGeom prst="rect">
            <a:avLst/>
          </a:prstGeom>
          <a:solidFill>
            <a:srgbClr val="8EBA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Rechteck 7">
            <a:extLst>
              <a:ext uri="{FF2B5EF4-FFF2-40B4-BE49-F238E27FC236}">
                <a16:creationId xmlns:a16="http://schemas.microsoft.com/office/drawing/2014/main" id="{32EC9485-5A39-7961-E00A-D8F20A9385AB}"/>
              </a:ext>
            </a:extLst>
          </p:cNvPr>
          <p:cNvSpPr/>
          <p:nvPr userDrawn="1"/>
        </p:nvSpPr>
        <p:spPr bwMode="auto">
          <a:xfrm>
            <a:off x="4056002" y="0"/>
            <a:ext cx="4068000" cy="2312988"/>
          </a:xfrm>
          <a:prstGeom prst="rect">
            <a:avLst/>
          </a:prstGeom>
          <a:solidFill>
            <a:srgbClr val="F19E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2819F0-25CE-5138-DCF8-2E458FB37C73}"/>
              </a:ext>
            </a:extLst>
          </p:cNvPr>
          <p:cNvSpPr/>
          <p:nvPr userDrawn="1"/>
        </p:nvSpPr>
        <p:spPr bwMode="auto">
          <a:xfrm>
            <a:off x="8124002" y="0"/>
            <a:ext cx="4068000" cy="2312988"/>
          </a:xfrm>
          <a:prstGeom prst="rect">
            <a:avLst/>
          </a:prstGeom>
          <a:solidFill>
            <a:srgbClr val="FAB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52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D207871C-A049-48B5-ACF2-50E071519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12">
            <a:extLst>
              <a:ext uri="{FF2B5EF4-FFF2-40B4-BE49-F238E27FC236}">
                <a16:creationId xmlns:a16="http://schemas.microsoft.com/office/drawing/2014/main" id="{2A02E150-6864-4233-A316-78C9D4BDBD3C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9BE6DBB1-D4C2-4388-AA75-FC78681633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75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7">
            <a:extLst>
              <a:ext uri="{FF2B5EF4-FFF2-40B4-BE49-F238E27FC236}">
                <a16:creationId xmlns:a16="http://schemas.microsoft.com/office/drawing/2014/main" id="{C4F44A2E-C615-4084-91D7-5297B3039F4F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49274A09-A1B1-4448-A06E-9E97F6AA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fik 14">
            <a:extLst>
              <a:ext uri="{FF2B5EF4-FFF2-40B4-BE49-F238E27FC236}">
                <a16:creationId xmlns:a16="http://schemas.microsoft.com/office/drawing/2014/main" id="{1AC1648E-28A6-4712-ACFF-7C447C7DD7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046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7">
            <a:extLst>
              <a:ext uri="{FF2B5EF4-FFF2-40B4-BE49-F238E27FC236}">
                <a16:creationId xmlns:a16="http://schemas.microsoft.com/office/drawing/2014/main" id="{6BF4AAA1-80C4-4409-B475-B3140784CB2F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471B83FF-FBA6-41C2-9E61-22EFF25E2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352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C3FEC864-F224-449B-92EC-D0A500977DF5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5DE542F7-7F90-4C00-9807-AFA6679FD3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928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168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917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echteck 7"/>
          <p:cNvSpPr/>
          <p:nvPr userDrawn="1"/>
        </p:nvSpPr>
        <p:spPr bwMode="auto">
          <a:xfrm>
            <a:off x="0" y="0"/>
            <a:ext cx="4068000" cy="2312988"/>
          </a:xfrm>
          <a:prstGeom prst="rect">
            <a:avLst/>
          </a:prstGeom>
          <a:solidFill>
            <a:srgbClr val="8EBA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Rechteck 7"/>
          <p:cNvSpPr/>
          <p:nvPr userDrawn="1"/>
        </p:nvSpPr>
        <p:spPr bwMode="auto">
          <a:xfrm>
            <a:off x="4056002" y="0"/>
            <a:ext cx="4068000" cy="2312988"/>
          </a:xfrm>
          <a:prstGeom prst="rect">
            <a:avLst/>
          </a:prstGeom>
          <a:solidFill>
            <a:srgbClr val="F19E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Rechteck 7"/>
          <p:cNvSpPr/>
          <p:nvPr userDrawn="1"/>
        </p:nvSpPr>
        <p:spPr bwMode="auto">
          <a:xfrm>
            <a:off x="8124002" y="0"/>
            <a:ext cx="4068000" cy="2312988"/>
          </a:xfrm>
          <a:prstGeom prst="rect">
            <a:avLst/>
          </a:prstGeom>
          <a:solidFill>
            <a:srgbClr val="FAB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779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F3AF154D-D7E8-4100-AD72-6F1130609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6207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1577A-4E5F-933B-D753-3E69664D585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7699" y="1697499"/>
            <a:ext cx="3541183" cy="3973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0052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56FF1BAD-7444-49D8-8D1E-0B685E2B0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816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21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44FFDB9-F999-4EA4-AAA2-528E80E00235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483CC7CC-57B0-4D29-ABF9-0F19C3BDCDAA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A9FA3F0D-8413-469E-9E9A-922A503572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082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EE884DD-A5B9-469D-AB31-BC6445804AFF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GB" altLang="de-DE" sz="900" dirty="0">
                <a:solidFill>
                  <a:schemeClr val="tx2"/>
                </a:solidFill>
              </a:rPr>
              <a:t>Oliver Ahrend  |  Symbolic analysis enabling a novel quantum approach for training Gaussian process emulators</a:t>
            </a:r>
            <a:r>
              <a:rPr lang="de-DE" altLang="de-DE" sz="900" dirty="0">
                <a:solidFill>
                  <a:schemeClr val="tx2"/>
                </a:solidFill>
              </a:rPr>
              <a:t>  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de-DE" sz="900" dirty="0">
                <a:solidFill>
                  <a:schemeClr val="tx2"/>
                </a:solidFill>
              </a:rPr>
              <a:t>Methods for Model-based Development in Computational Engineering  </a:t>
            </a:r>
            <a:r>
              <a:rPr lang="en-US" altLang="de-DE" sz="900" dirty="0">
                <a:solidFill>
                  <a:schemeClr val="tx2"/>
                </a:solidFill>
              </a:rPr>
              <a:t>|  </a:t>
            </a:r>
            <a:r>
              <a:rPr lang="de-DE" altLang="de-DE" sz="900" dirty="0">
                <a:solidFill>
                  <a:schemeClr val="tx2"/>
                </a:solidFill>
              </a:rPr>
              <a:t>{ahrend, kowalski}@mbd.rwth-aachen.de  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900" dirty="0">
                <a:solidFill>
                  <a:schemeClr val="tx2"/>
                </a:solidFill>
              </a:rPr>
              <a:t>WCCM/ECCOMAS  |  MS234D Quantum Scientific Computing IV  |  20.07.2026 </a:t>
            </a:r>
            <a:endParaRPr lang="de-DE" altLang="de-DE" sz="900" dirty="0">
              <a:solidFill>
                <a:schemeClr val="tx2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BA1BFC36-6E2E-4E2A-9C87-043B080E86B0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EC87BEE-347E-44EC-9C0D-D2EE1C46F1AB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85F6625B-5536-4CF8-8B70-4D9E1CD2F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EF2F07B-9BF7-4E84-8DBB-1804A2CE8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CBD9793-6354-4F10-835A-E9B05A629A51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2" name="Grafik 14">
            <a:extLst>
              <a:ext uri="{FF2B5EF4-FFF2-40B4-BE49-F238E27FC236}">
                <a16:creationId xmlns:a16="http://schemas.microsoft.com/office/drawing/2014/main" id="{222713AD-6237-4C2E-ABDA-7988F509187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34446" y="6043613"/>
            <a:ext cx="3522546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71" r:id="rId2"/>
    <p:sldLayoutId id="2147483868" r:id="rId3"/>
    <p:sldLayoutId id="2147483861" r:id="rId4"/>
    <p:sldLayoutId id="2147483862" r:id="rId5"/>
    <p:sldLayoutId id="2147483863" r:id="rId6"/>
    <p:sldLayoutId id="2147483864" r:id="rId7"/>
    <p:sldLayoutId id="2147483857" r:id="rId8"/>
    <p:sldLayoutId id="2147483858" r:id="rId9"/>
    <p:sldLayoutId id="2147483869" r:id="rId10"/>
    <p:sldLayoutId id="2147483865" r:id="rId11"/>
    <p:sldLayoutId id="2147483870" r:id="rId12"/>
    <p:sldLayoutId id="2147483866" r:id="rId13"/>
    <p:sldLayoutId id="2147483859" r:id="rId14"/>
    <p:sldLayoutId id="2147483867" r:id="rId15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1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openxmlformats.org/officeDocument/2006/relationships/image" Target="../media/image11.sv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D199-465D-2D32-92A9-D9378A61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8392F6-CE79-F0DF-FFE2-CF3AD82C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96DB257-2B7D-3A07-35E3-5793C024B947}"/>
              </a:ext>
            </a:extLst>
          </p:cNvPr>
          <p:cNvGrpSpPr/>
          <p:nvPr/>
        </p:nvGrpSpPr>
        <p:grpSpPr>
          <a:xfrm>
            <a:off x="4591006" y="850350"/>
            <a:ext cx="7600994" cy="4921326"/>
            <a:chOff x="4591006" y="850350"/>
            <a:chExt cx="7600994" cy="4921326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6EF8FE3A-8E15-705A-408B-EEF4476CBC53}"/>
                </a:ext>
              </a:extLst>
            </p:cNvPr>
            <p:cNvGrpSpPr/>
            <p:nvPr/>
          </p:nvGrpSpPr>
          <p:grpSpPr>
            <a:xfrm>
              <a:off x="4591006" y="850350"/>
              <a:ext cx="7600994" cy="4921326"/>
              <a:chOff x="5427195" y="968337"/>
              <a:chExt cx="7600994" cy="4921326"/>
            </a:xfrm>
          </p:grpSpPr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" name="Diagram 1">
                    <a:extLst>
                      <a:ext uri="{FF2B5EF4-FFF2-40B4-BE49-F238E27FC236}">
                        <a16:creationId xmlns:a16="http://schemas.microsoft.com/office/drawing/2014/main" id="{5F427F00-6186-5F7E-E4CE-4D343352F02A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3834899585"/>
                      </p:ext>
                    </p:extLst>
                  </p:nvPr>
                </p:nvGraphicFramePr>
                <p:xfrm>
                  <a:off x="5427195" y="968337"/>
                  <a:ext cx="7600994" cy="4921326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2" r:lo="rId3" r:qs="rId4" r:cs="rId5"/>
                  </a:graphicData>
                </a:graphic>
              </p:graphicFrame>
            </mc:Choice>
            <mc:Fallback>
              <p:graphicFrame>
                <p:nvGraphicFramePr>
                  <p:cNvPr id="2" name="Diagram 1">
                    <a:extLst>
                      <a:ext uri="{FF2B5EF4-FFF2-40B4-BE49-F238E27FC236}">
                        <a16:creationId xmlns:a16="http://schemas.microsoft.com/office/drawing/2014/main" id="{5F427F00-6186-5F7E-E4CE-4D343352F02A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3834899585"/>
                      </p:ext>
                    </p:extLst>
                  </p:nvPr>
                </p:nvGraphicFramePr>
                <p:xfrm>
                  <a:off x="5427195" y="968337"/>
                  <a:ext cx="7600994" cy="4921326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7" r:lo="rId3" r:qs="rId4" r:cs="rId5"/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A4A1542D-85C5-45FB-F535-2254A562FEA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3548" y="1672300"/>
                    <a:ext cx="52879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DE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A4A1542D-85C5-45FB-F535-2254A562FE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3548" y="1672300"/>
                    <a:ext cx="528799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046" r="-14943" b="-37778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988E128E-98D2-6929-FD2B-0914734FD77D}"/>
                      </a:ext>
                    </a:extLst>
                  </p:cNvPr>
                  <p:cNvSpPr txBox="1"/>
                  <p:nvPr/>
                </p:nvSpPr>
                <p:spPr>
                  <a:xfrm>
                    <a:off x="9783652" y="3656137"/>
                    <a:ext cx="55624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DE" dirty="0"/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988E128E-98D2-6929-FD2B-0914734FD7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83652" y="3656137"/>
                    <a:ext cx="556242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791" r="-14286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C9C080B-8672-6FE2-F620-A181D7A07F9A}"/>
                      </a:ext>
                    </a:extLst>
                  </p:cNvPr>
                  <p:cNvSpPr txBox="1"/>
                  <p:nvPr/>
                </p:nvSpPr>
                <p:spPr>
                  <a:xfrm>
                    <a:off x="8784173" y="5217330"/>
                    <a:ext cx="887038" cy="31265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DE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C9C080B-8672-6FE2-F620-A181D7A07F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4173" y="5217330"/>
                    <a:ext cx="887038" cy="31265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517" b="-3922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95298D0-85A8-C9C3-CB76-F3EB49624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970997" y="2479462"/>
                <a:ext cx="615082" cy="615082"/>
              </a:xfrm>
              <a:prstGeom prst="rect">
                <a:avLst/>
              </a:prstGeom>
            </p:spPr>
          </p:pic>
        </p:grpSp>
        <p:pic>
          <p:nvPicPr>
            <p:cNvPr id="12" name="Picture 18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FDE0B7B3-9E97-B9B7-1E64-4A2144C74D4C}"/>
                </a:ext>
              </a:extLst>
            </p:cNvPr>
            <p:cNvPicPr/>
            <p:nvPr/>
          </p:nvPicPr>
          <p:blipFill>
            <a:blip r:embed="rId12"/>
            <a:stretch/>
          </p:blipFill>
          <p:spPr>
            <a:xfrm>
              <a:off x="4963262" y="4376150"/>
              <a:ext cx="1948322" cy="1395526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</p:pic>
        <p:pic>
          <p:nvPicPr>
            <p:cNvPr id="14" name="Graphic 8">
              <a:extLst>
                <a:ext uri="{FF2B5EF4-FFF2-40B4-BE49-F238E27FC236}">
                  <a16:creationId xmlns:a16="http://schemas.microsoft.com/office/drawing/2014/main" id="{91C870FA-3C3A-581D-FF51-32F474811B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83731" y="850350"/>
              <a:ext cx="1272239" cy="1272239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F340D048-1B2C-CE15-B669-51AF015B2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1543" y="4159045"/>
              <a:ext cx="1604427" cy="160442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Graphic 2">
              <a:extLst>
                <a:ext uri="{FF2B5EF4-FFF2-40B4-BE49-F238E27FC236}">
                  <a16:creationId xmlns:a16="http://schemas.microsoft.com/office/drawing/2014/main" id="{C54EABA5-6296-B99C-1BDA-2FF2C5E9C0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046376" y="952945"/>
              <a:ext cx="1782093" cy="1114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734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20BA-EB71-D5C5-8DA1-F7586E98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AC47A3-18C0-891D-B1D7-F3E75856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214687"/>
            <a:ext cx="11484000" cy="543600"/>
          </a:xfrm>
        </p:spPr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FC3173C-D62C-F229-AD32-83D0B9D13939}"/>
              </a:ext>
            </a:extLst>
          </p:cNvPr>
          <p:cNvSpPr txBox="1"/>
          <p:nvPr/>
        </p:nvSpPr>
        <p:spPr>
          <a:xfrm>
            <a:off x="384000" y="259238"/>
            <a:ext cx="279860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Title: </a:t>
            </a:r>
            <a:r>
              <a:rPr lang="de-DE" dirty="0" err="1"/>
              <a:t>Differentiable</a:t>
            </a:r>
            <a:r>
              <a:rPr lang="de-DE" dirty="0"/>
              <a:t> Simulators for </a:t>
            </a: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Topographic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Propagation</a:t>
            </a:r>
          </a:p>
          <a:p>
            <a:endParaRPr lang="de-DE" dirty="0"/>
          </a:p>
          <a:p>
            <a:r>
              <a:rPr lang="de-DE" dirty="0"/>
              <a:t>Two </a:t>
            </a:r>
            <a:r>
              <a:rPr lang="de-DE" dirty="0" err="1"/>
              <a:t>Sentences</a:t>
            </a:r>
            <a:r>
              <a:rPr lang="de-DE" dirty="0"/>
              <a:t>:</a:t>
            </a:r>
          </a:p>
          <a:p>
            <a:r>
              <a:rPr lang="de-DE" dirty="0" err="1"/>
              <a:t>GlissADe.jl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differentiable</a:t>
            </a:r>
            <a:r>
              <a:rPr lang="de-DE" dirty="0"/>
              <a:t> </a:t>
            </a:r>
            <a:r>
              <a:rPr lang="de-DE" dirty="0" err="1"/>
              <a:t>simulator</a:t>
            </a:r>
            <a:r>
              <a:rPr lang="de-DE" dirty="0"/>
              <a:t> for </a:t>
            </a:r>
            <a:r>
              <a:rPr lang="de-DE" dirty="0" err="1"/>
              <a:t>gravity-driven</a:t>
            </a:r>
            <a:r>
              <a:rPr lang="de-DE" dirty="0"/>
              <a:t> </a:t>
            </a:r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flows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computing</a:t>
            </a:r>
            <a:r>
              <a:rPr lang="de-DE" dirty="0"/>
              <a:t> </a:t>
            </a:r>
            <a:r>
              <a:rPr lang="de-DE" dirty="0" err="1"/>
              <a:t>gradients</a:t>
            </a:r>
            <a:r>
              <a:rPr lang="de-DE" dirty="0"/>
              <a:t> of </a:t>
            </a:r>
            <a:r>
              <a:rPr lang="de-DE" dirty="0" err="1"/>
              <a:t>quantities</a:t>
            </a:r>
            <a:r>
              <a:rPr lang="de-DE" dirty="0"/>
              <a:t> of </a:t>
            </a:r>
            <a:r>
              <a:rPr lang="de-DE" dirty="0" err="1"/>
              <a:t>interest</a:t>
            </a:r>
            <a:r>
              <a:rPr lang="de-DE" dirty="0"/>
              <a:t> with </a:t>
            </a:r>
            <a:r>
              <a:rPr lang="de-DE" dirty="0" err="1"/>
              <a:t>respect</a:t>
            </a:r>
            <a:r>
              <a:rPr lang="de-DE" dirty="0"/>
              <a:t> to the high-dimensional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geometry</a:t>
            </a:r>
            <a:r>
              <a:rPr lang="de-DE" dirty="0"/>
              <a:t>, </a:t>
            </a:r>
            <a:r>
              <a:rPr lang="de-DE" dirty="0" err="1"/>
              <a:t>among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. </a:t>
            </a:r>
            <a:r>
              <a:rPr lang="de-DE" dirty="0" err="1"/>
              <a:t>Along</a:t>
            </a:r>
            <a:r>
              <a:rPr lang="de-DE" dirty="0"/>
              <a:t> with the First Order Second Moment </a:t>
            </a:r>
            <a:r>
              <a:rPr lang="de-DE" dirty="0" err="1"/>
              <a:t>method</a:t>
            </a:r>
            <a:r>
              <a:rPr lang="de-DE" dirty="0"/>
              <a:t>,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topographic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</a:t>
            </a:r>
            <a:r>
              <a:rPr lang="de-DE" dirty="0" err="1"/>
              <a:t>propagation</a:t>
            </a:r>
            <a:r>
              <a:rPr lang="de-DE" dirty="0"/>
              <a:t> to </a:t>
            </a:r>
            <a:r>
              <a:rPr lang="de-DE" dirty="0" err="1"/>
              <a:t>become</a:t>
            </a:r>
            <a:r>
              <a:rPr lang="de-DE" dirty="0"/>
              <a:t> </a:t>
            </a:r>
            <a:r>
              <a:rPr lang="de-DE" dirty="0" err="1"/>
              <a:t>tractable</a:t>
            </a:r>
            <a:r>
              <a:rPr lang="de-DE" dirty="0"/>
              <a:t>, in </a:t>
            </a:r>
            <a:r>
              <a:rPr lang="de-DE" dirty="0" err="1"/>
              <a:t>contrast</a:t>
            </a:r>
            <a:r>
              <a:rPr lang="de-DE" dirty="0"/>
              <a:t> to traditional Monte-Carlo </a:t>
            </a:r>
            <a:r>
              <a:rPr lang="de-DE" dirty="0" err="1"/>
              <a:t>approaches</a:t>
            </a:r>
            <a:r>
              <a:rPr lang="de-DE" dirty="0"/>
              <a:t>.</a:t>
            </a:r>
          </a:p>
          <a:p>
            <a:endParaRPr lang="de-DE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6511D76-0B17-CE2B-6639-AD75D5A1EA3B}"/>
              </a:ext>
            </a:extLst>
          </p:cNvPr>
          <p:cNvGrpSpPr/>
          <p:nvPr/>
        </p:nvGrpSpPr>
        <p:grpSpPr>
          <a:xfrm>
            <a:off x="4920585" y="941147"/>
            <a:ext cx="7035385" cy="4830529"/>
            <a:chOff x="4920585" y="941147"/>
            <a:chExt cx="7035385" cy="4830529"/>
          </a:xfrm>
        </p:grpSpPr>
        <p:pic>
          <p:nvPicPr>
            <p:cNvPr id="12" name="Picture 18">
              <a:extLst>
                <a:ext uri="{FF2B5EF4-FFF2-40B4-BE49-F238E27FC236}">
                  <a16:creationId xmlns:a16="http://schemas.microsoft.com/office/drawing/2014/main" id="{97928BF7-BB69-078F-BC26-0D5A5D3427ED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74775" y="4159045"/>
              <a:ext cx="1521001" cy="1524141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F1F96FF9-CFE9-EC16-47A2-6E85202EBF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351543" y="4159045"/>
              <a:ext cx="1604427" cy="160442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Graphic 2">
              <a:extLst>
                <a:ext uri="{FF2B5EF4-FFF2-40B4-BE49-F238E27FC236}">
                  <a16:creationId xmlns:a16="http://schemas.microsoft.com/office/drawing/2014/main" id="{77056599-9E13-9A25-F50B-52A6ABEFB2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85907" y="994936"/>
              <a:ext cx="1782093" cy="1114330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3FCE767-BE31-7F2E-EDF4-7BBF1EFBA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0585" y="941147"/>
              <a:ext cx="3762805" cy="2822104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5027353A-A512-7EAD-F2E8-2150C8EAF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42" r="25026"/>
            <a:stretch>
              <a:fillRect/>
            </a:stretch>
          </p:blipFill>
          <p:spPr>
            <a:xfrm>
              <a:off x="7873254" y="1360656"/>
              <a:ext cx="2212654" cy="4411020"/>
            </a:xfrm>
            <a:prstGeom prst="rect">
              <a:avLst/>
            </a:prstGeom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D6D6EE8-3EB6-0DDA-ACF3-18B308A77353}"/>
                </a:ext>
              </a:extLst>
            </p:cNvPr>
            <p:cNvSpPr txBox="1"/>
            <p:nvPr/>
          </p:nvSpPr>
          <p:spPr>
            <a:xfrm>
              <a:off x="7873254" y="4613575"/>
              <a:ext cx="8194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b="1" dirty="0" err="1">
                  <a:solidFill>
                    <a:schemeClr val="bg1"/>
                  </a:solidFill>
                </a:rPr>
                <a:t>deposit</a:t>
              </a:r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AABC89F2-BF92-C6CE-F284-FEB0D194D7FB}"/>
                </a:ext>
              </a:extLst>
            </p:cNvPr>
            <p:cNvSpPr txBox="1"/>
            <p:nvPr/>
          </p:nvSpPr>
          <p:spPr>
            <a:xfrm>
              <a:off x="8892176" y="2363156"/>
              <a:ext cx="1159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b="1" dirty="0">
                  <a:solidFill>
                    <a:schemeClr val="bg1"/>
                  </a:solidFill>
                </a:rPr>
                <a:t>initial </a:t>
              </a:r>
              <a:r>
                <a:rPr lang="de-DE" sz="1400" b="1" dirty="0" err="1">
                  <a:solidFill>
                    <a:schemeClr val="bg1"/>
                  </a:solidFill>
                </a:rPr>
                <a:t>mass</a:t>
              </a:r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5171163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12157BE7-C41B-4251-A630-7876F5189DEC}" vid="{D5CAF79C-9B5F-40C2-AC3C-45C714C492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Präsentation_Master_RWTH_Institute_16zu9</Template>
  <TotalTime>0</TotalTime>
  <Words>94</Words>
  <Application>Microsoft Office PowerPoint</Application>
  <PresentationFormat>Breitbild</PresentationFormat>
  <Paragraphs>15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Cambria Math</vt:lpstr>
      <vt:lpstr>Symbol</vt:lpstr>
      <vt:lpstr>Wingdings</vt:lpstr>
      <vt:lpstr>Präsentation_Master_RWTH_Institute_16zu9</vt:lpstr>
      <vt:lpstr>Motivation</vt:lpstr>
      <vt:lpstr>Motivation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 Yildiz</dc:creator>
  <cp:lastModifiedBy>Julia Kowalski</cp:lastModifiedBy>
  <cp:revision>302</cp:revision>
  <dcterms:created xsi:type="dcterms:W3CDTF">2022-03-04T10:39:52Z</dcterms:created>
  <dcterms:modified xsi:type="dcterms:W3CDTF">2026-08-11T06:43:34Z</dcterms:modified>
</cp:coreProperties>
</file>